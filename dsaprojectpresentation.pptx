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577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0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0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3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96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8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9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0"/>
            <a:ext cx="303809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05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3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57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91440" rIns="4572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87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91440" rIns="4572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7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2" y="6400800"/>
            <a:ext cx="9143989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182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rPr dirty="0" err="1"/>
              <a:t>VelocityGo</a:t>
            </a:r>
            <a:r>
              <a:rPr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Smart Ride‑Hailing System</a:t>
            </a:r>
          </a:p>
          <a:p>
            <a:r>
              <a:t>Built with C++ &amp; SFML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VelocityGo is a desktop‑based ride‑hailing application.</a:t>
            </a:r>
          </a:p>
          <a:p>
            <a:r>
              <a:t>It simulates real platforms like Uber &amp; Careem using Data Structures.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Rider &amp; Driver Dashboards</a:t>
            </a:r>
          </a:p>
          <a:p>
            <a:r>
              <a:t>• Shortest Path Routing (Dijkstra)</a:t>
            </a:r>
          </a:p>
          <a:p>
            <a:r>
              <a:t>• Nearest Driver Matching</a:t>
            </a:r>
          </a:p>
          <a:p>
            <a:r>
              <a:t>• Animated Ride Tracking</a:t>
            </a:r>
          </a:p>
          <a:p>
            <a:r>
              <a:t>• Persistent Ride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Language: C++</a:t>
            </a:r>
          </a:p>
          <a:p>
            <a:r>
              <a:t>• Graphics: SFML</a:t>
            </a:r>
          </a:p>
          <a:p>
            <a:r>
              <a:t>• Algorithms: Dijkstra</a:t>
            </a:r>
          </a:p>
          <a:p>
            <a:r>
              <a:t>• Storage: File Handling (TXT)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Structures Used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Vector – locations, drivers</a:t>
            </a:r>
          </a:p>
          <a:p>
            <a:r>
              <a:t>• Graph – road network</a:t>
            </a:r>
          </a:p>
          <a:p>
            <a:r>
              <a:t>• Priority Queue – driver selection</a:t>
            </a:r>
          </a:p>
          <a:p>
            <a:r>
              <a:t>• Unordered Map – authentication</a:t>
            </a:r>
          </a:p>
          <a:p>
            <a:r>
              <a:t>• Structs &amp; Classes – encapsulation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Routing Algorithm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Islamabad map is represented as a weighted graph.</a:t>
            </a:r>
          </a:p>
          <a:p>
            <a:r>
              <a:t>Dijkstra’s Algorithm finds the shortest route</a:t>
            </a:r>
          </a:p>
          <a:p>
            <a:r>
              <a:t>between pickup and drop‑off locations.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Ride History Screen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94252" y="1847654"/>
            <a:ext cx="7253838" cy="43006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62616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br>
              <a:rPr lang="en-US" dirty="0"/>
            </a:br>
            <a:r>
              <a:rPr dirty="0"/>
              <a:t>Displays recent trips with pickup, drop‑off, driver name and fare.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Ride Tracking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27115" y="1811361"/>
            <a:ext cx="6689770" cy="43325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1796" y="6143920"/>
            <a:ext cx="430040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400" dirty="0"/>
            </a:br>
            <a:r>
              <a:rPr lang="en-US" sz="1400" dirty="0"/>
              <a:t>s</a:t>
            </a:r>
            <a:r>
              <a:rPr sz="1400" dirty="0"/>
              <a:t>hows animated car movement, route path,</a:t>
            </a:r>
          </a:p>
          <a:p>
            <a:r>
              <a:rPr sz="1400" dirty="0"/>
              <a:t>driver details, fare and progress bar.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 Handling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users.txt – user accounts</a:t>
            </a:r>
          </a:p>
          <a:p>
            <a:r>
              <a:t>• ride_history.txt – completed rides</a:t>
            </a:r>
          </a:p>
          <a:p>
            <a:r>
              <a:t>Ensures persistent storage across sessions.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Limitations &amp; Future Scope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r>
              <a:t>• Desktop‑only</a:t>
            </a:r>
          </a:p>
          <a:p>
            <a:r>
              <a:t>• Static map</a:t>
            </a:r>
          </a:p>
          <a:p>
            <a:endParaRPr/>
          </a:p>
          <a:p>
            <a:r>
              <a:t>Future Enhancements:</a:t>
            </a:r>
          </a:p>
          <a:p>
            <a:r>
              <a:t>• GPS &amp; real maps</a:t>
            </a:r>
          </a:p>
          <a:p>
            <a:r>
              <a:t>• Online database</a:t>
            </a:r>
          </a:p>
          <a:p>
            <a:r>
              <a:t>• AI driver matching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VelocityGo successfully demonstrates</a:t>
            </a:r>
          </a:p>
          <a:p>
            <a:r>
              <a:t>real‑world application of Data Structures &amp; Algorithms</a:t>
            </a:r>
          </a:p>
          <a:p>
            <a:r>
              <a:t>combined with modern graphical 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30</TotalTime>
  <Words>255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VelocityGo </vt:lpstr>
      <vt:lpstr>Project Overview</vt:lpstr>
      <vt:lpstr>Key Features </vt:lpstr>
      <vt:lpstr>Technologies Used </vt:lpstr>
      <vt:lpstr>Data Structures Used </vt:lpstr>
      <vt:lpstr>Routing Algorithm </vt:lpstr>
      <vt:lpstr>Ride History Screen </vt:lpstr>
      <vt:lpstr>Live Ride Tracking </vt:lpstr>
      <vt:lpstr>File Handling </vt:lpstr>
      <vt:lpstr>Limitations &amp; Future Scope 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</dc:creator>
  <cp:keywords/>
  <dc:description>generated using python-pptx</dc:description>
  <cp:lastModifiedBy>alikhurshid135@gmail.com</cp:lastModifiedBy>
  <cp:revision>2</cp:revision>
  <dcterms:created xsi:type="dcterms:W3CDTF">2013-01-27T09:14:16Z</dcterms:created>
  <dcterms:modified xsi:type="dcterms:W3CDTF">2025-12-23T01:36:43Z</dcterms:modified>
  <cp:category/>
</cp:coreProperties>
</file>